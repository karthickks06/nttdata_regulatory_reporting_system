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A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BE0F2-D59C-42E0-B8EC-F685C30019C3}" v="63" dt="2026-01-28T14:13:42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 Dee" userId="31b13526-6ad7-4e7b-8167-a3c1f9a8df5f" providerId="ADAL" clId="{DED8D550-B007-4950-A6C3-79EC3FB409BC}"/>
    <pc:docChg chg="undo custSel addSld modSld">
      <pc:chgData name="Stuart Dee" userId="31b13526-6ad7-4e7b-8167-a3c1f9a8df5f" providerId="ADAL" clId="{DED8D550-B007-4950-A6C3-79EC3FB409BC}" dt="2026-01-28T14:13:57.807" v="2745" actId="14100"/>
      <pc:docMkLst>
        <pc:docMk/>
      </pc:docMkLst>
      <pc:sldChg chg="addSp delSp modSp new mod">
        <pc:chgData name="Stuart Dee" userId="31b13526-6ad7-4e7b-8167-a3c1f9a8df5f" providerId="ADAL" clId="{DED8D550-B007-4950-A6C3-79EC3FB409BC}" dt="2026-01-23T11:57:39.925" v="2303" actId="12"/>
        <pc:sldMkLst>
          <pc:docMk/>
          <pc:sldMk cId="208012151" sldId="256"/>
        </pc:sldMkLst>
        <pc:spChg chg="add mod">
          <ac:chgData name="Stuart Dee" userId="31b13526-6ad7-4e7b-8167-a3c1f9a8df5f" providerId="ADAL" clId="{DED8D550-B007-4950-A6C3-79EC3FB409BC}" dt="2026-01-23T11:14:53.743" v="1452" actId="20577"/>
          <ac:spMkLst>
            <pc:docMk/>
            <pc:sldMk cId="208012151" sldId="256"/>
            <ac:spMk id="3" creationId="{7A3E9C6F-A692-37C9-DCDD-80A9CAAFA11E}"/>
          </ac:spMkLst>
        </pc:spChg>
        <pc:spChg chg="add mod">
          <ac:chgData name="Stuart Dee" userId="31b13526-6ad7-4e7b-8167-a3c1f9a8df5f" providerId="ADAL" clId="{DED8D550-B007-4950-A6C3-79EC3FB409BC}" dt="2026-01-23T11:57:39.925" v="2303" actId="12"/>
          <ac:spMkLst>
            <pc:docMk/>
            <pc:sldMk cId="208012151" sldId="256"/>
            <ac:spMk id="8" creationId="{DAF89409-5F92-3BB6-2F26-7FD44C88DB5A}"/>
          </ac:spMkLst>
        </pc:spChg>
      </pc:sldChg>
      <pc:sldChg chg="addSp delSp modSp new mod">
        <pc:chgData name="Stuart Dee" userId="31b13526-6ad7-4e7b-8167-a3c1f9a8df5f" providerId="ADAL" clId="{DED8D550-B007-4950-A6C3-79EC3FB409BC}" dt="2026-01-27T10:09:05.624" v="2632"/>
        <pc:sldMkLst>
          <pc:docMk/>
          <pc:sldMk cId="1928760569" sldId="257"/>
        </pc:sldMkLst>
        <pc:spChg chg="add mod">
          <ac:chgData name="Stuart Dee" userId="31b13526-6ad7-4e7b-8167-a3c1f9a8df5f" providerId="ADAL" clId="{DED8D550-B007-4950-A6C3-79EC3FB409BC}" dt="2026-01-23T11:34:21.543" v="1715" actId="14100"/>
          <ac:spMkLst>
            <pc:docMk/>
            <pc:sldMk cId="1928760569" sldId="257"/>
            <ac:spMk id="5" creationId="{1B3E29A6-ECBE-AAFB-8738-D8E66C830F4B}"/>
          </ac:spMkLst>
        </pc:spChg>
        <pc:spChg chg="add mod">
          <ac:chgData name="Stuart Dee" userId="31b13526-6ad7-4e7b-8167-a3c1f9a8df5f" providerId="ADAL" clId="{DED8D550-B007-4950-A6C3-79EC3FB409BC}" dt="2026-01-23T11:09:06.856" v="1148" actId="113"/>
          <ac:spMkLst>
            <pc:docMk/>
            <pc:sldMk cId="1928760569" sldId="257"/>
            <ac:spMk id="6" creationId="{9F799D83-05E8-1166-A4B7-2A3634B888BC}"/>
          </ac:spMkLst>
        </pc:spChg>
        <pc:spChg chg="add">
          <ac:chgData name="Stuart Dee" userId="31b13526-6ad7-4e7b-8167-a3c1f9a8df5f" providerId="ADAL" clId="{DED8D550-B007-4950-A6C3-79EC3FB409BC}" dt="2026-01-23T11:10:23.733" v="1188"/>
          <ac:spMkLst>
            <pc:docMk/>
            <pc:sldMk cId="1928760569" sldId="257"/>
            <ac:spMk id="7" creationId="{800F8445-6E17-100D-C0D6-9BF79F902789}"/>
          </ac:spMkLst>
        </pc:spChg>
        <pc:spChg chg="add mod">
          <ac:chgData name="Stuart Dee" userId="31b13526-6ad7-4e7b-8167-a3c1f9a8df5f" providerId="ADAL" clId="{DED8D550-B007-4950-A6C3-79EC3FB409BC}" dt="2026-01-27T10:09:05.624" v="2632"/>
          <ac:spMkLst>
            <pc:docMk/>
            <pc:sldMk cId="1928760569" sldId="257"/>
            <ac:spMk id="15" creationId="{EAB05621-C395-C7B4-F060-B08246C674D7}"/>
          </ac:spMkLst>
        </pc:spChg>
        <pc:picChg chg="add mod">
          <ac:chgData name="Stuart Dee" userId="31b13526-6ad7-4e7b-8167-a3c1f9a8df5f" providerId="ADAL" clId="{DED8D550-B007-4950-A6C3-79EC3FB409BC}" dt="2026-01-23T11:45:24.298" v="1723" actId="1076"/>
          <ac:picMkLst>
            <pc:docMk/>
            <pc:sldMk cId="1928760569" sldId="257"/>
            <ac:picMk id="13" creationId="{38286989-B910-16E3-D5AD-483CC747D39D}"/>
          </ac:picMkLst>
        </pc:picChg>
      </pc:sldChg>
      <pc:sldChg chg="addSp delSp modSp add mod">
        <pc:chgData name="Stuart Dee" userId="31b13526-6ad7-4e7b-8167-a3c1f9a8df5f" providerId="ADAL" clId="{DED8D550-B007-4950-A6C3-79EC3FB409BC}" dt="2026-01-28T14:13:57.807" v="2745" actId="14100"/>
        <pc:sldMkLst>
          <pc:docMk/>
          <pc:sldMk cId="4121118350" sldId="258"/>
        </pc:sldMkLst>
        <pc:spChg chg="mod">
          <ac:chgData name="Stuart Dee" userId="31b13526-6ad7-4e7b-8167-a3c1f9a8df5f" providerId="ADAL" clId="{DED8D550-B007-4950-A6C3-79EC3FB409BC}" dt="2026-01-27T10:09:38.385" v="2655" actId="20577"/>
          <ac:spMkLst>
            <pc:docMk/>
            <pc:sldMk cId="4121118350" sldId="258"/>
            <ac:spMk id="3" creationId="{C59B073C-2C12-B25D-1BFD-05BCED103AD1}"/>
          </ac:spMkLst>
        </pc:spChg>
        <pc:spChg chg="mod">
          <ac:chgData name="Stuart Dee" userId="31b13526-6ad7-4e7b-8167-a3c1f9a8df5f" providerId="ADAL" clId="{DED8D550-B007-4950-A6C3-79EC3FB409BC}" dt="2026-01-28T14:11:23.748" v="2656"/>
          <ac:spMkLst>
            <pc:docMk/>
            <pc:sldMk cId="4121118350" sldId="258"/>
            <ac:spMk id="4" creationId="{EA40539E-6D11-9F95-698E-EB66670BB375}"/>
          </ac:spMkLst>
        </pc:spChg>
        <pc:spChg chg="mod">
          <ac:chgData name="Stuart Dee" userId="31b13526-6ad7-4e7b-8167-a3c1f9a8df5f" providerId="ADAL" clId="{DED8D550-B007-4950-A6C3-79EC3FB409BC}" dt="2026-01-28T14:11:23.748" v="2656"/>
          <ac:spMkLst>
            <pc:docMk/>
            <pc:sldMk cId="4121118350" sldId="258"/>
            <ac:spMk id="5" creationId="{B3AC04FF-40E6-9BE2-5A5B-C32A81540A81}"/>
          </ac:spMkLst>
        </pc:spChg>
        <pc:spChg chg="mod">
          <ac:chgData name="Stuart Dee" userId="31b13526-6ad7-4e7b-8167-a3c1f9a8df5f" providerId="ADAL" clId="{DED8D550-B007-4950-A6C3-79EC3FB409BC}" dt="2026-01-27T10:08:50.352" v="2622" actId="20577"/>
          <ac:spMkLst>
            <pc:docMk/>
            <pc:sldMk cId="4121118350" sldId="258"/>
            <ac:spMk id="10" creationId="{7ECF522D-8E1D-93B1-0C49-512F9F42A915}"/>
          </ac:spMkLst>
        </pc:spChg>
        <pc:spChg chg="add del mod">
          <ac:chgData name="Stuart Dee" userId="31b13526-6ad7-4e7b-8167-a3c1f9a8df5f" providerId="ADAL" clId="{DED8D550-B007-4950-A6C3-79EC3FB409BC}" dt="2026-01-27T10:09:16.730" v="2647" actId="478"/>
          <ac:spMkLst>
            <pc:docMk/>
            <pc:sldMk cId="4121118350" sldId="258"/>
            <ac:spMk id="15" creationId="{EAB05621-C395-C7B4-F060-B08246C674D7}"/>
          </ac:spMkLst>
        </pc:spChg>
        <pc:spChg chg="mod">
          <ac:chgData name="Stuart Dee" userId="31b13526-6ad7-4e7b-8167-a3c1f9a8df5f" providerId="ADAL" clId="{DED8D550-B007-4950-A6C3-79EC3FB409BC}" dt="2026-01-27T10:08:50.612" v="2623" actId="20577"/>
          <ac:spMkLst>
            <pc:docMk/>
            <pc:sldMk cId="4121118350" sldId="258"/>
            <ac:spMk id="20" creationId="{ACA4A249-2EDB-2CDA-1D8E-DBD5D746D2E6}"/>
          </ac:spMkLst>
        </pc:spChg>
        <pc:spChg chg="mod">
          <ac:chgData name="Stuart Dee" userId="31b13526-6ad7-4e7b-8167-a3c1f9a8df5f" providerId="ADAL" clId="{DED8D550-B007-4950-A6C3-79EC3FB409BC}" dt="2026-01-27T09:54:41.179" v="2411" actId="20577"/>
          <ac:spMkLst>
            <pc:docMk/>
            <pc:sldMk cId="4121118350" sldId="258"/>
            <ac:spMk id="34" creationId="{7B40F7FE-BFD6-5751-76B6-3D87BB031792}"/>
          </ac:spMkLst>
        </pc:spChg>
        <pc:spChg chg="mod">
          <ac:chgData name="Stuart Dee" userId="31b13526-6ad7-4e7b-8167-a3c1f9a8df5f" providerId="ADAL" clId="{DED8D550-B007-4950-A6C3-79EC3FB409BC}" dt="2026-01-27T09:56:52.910" v="2485" actId="20577"/>
          <ac:spMkLst>
            <pc:docMk/>
            <pc:sldMk cId="4121118350" sldId="258"/>
            <ac:spMk id="35" creationId="{534CF538-73BB-45F1-E223-09F66B0F3DC7}"/>
          </ac:spMkLst>
        </pc:spChg>
        <pc:spChg chg="mod">
          <ac:chgData name="Stuart Dee" userId="31b13526-6ad7-4e7b-8167-a3c1f9a8df5f" providerId="ADAL" clId="{DED8D550-B007-4950-A6C3-79EC3FB409BC}" dt="2026-01-28T14:13:33.777" v="2739" actId="207"/>
          <ac:spMkLst>
            <pc:docMk/>
            <pc:sldMk cId="4121118350" sldId="258"/>
            <ac:spMk id="58" creationId="{FE02ECC7-ECFD-96B1-CAC0-DADCDC85329C}"/>
          </ac:spMkLst>
        </pc:spChg>
        <pc:spChg chg="mod">
          <ac:chgData name="Stuart Dee" userId="31b13526-6ad7-4e7b-8167-a3c1f9a8df5f" providerId="ADAL" clId="{DED8D550-B007-4950-A6C3-79EC3FB409BC}" dt="2026-01-28T14:13:26.533" v="2738" actId="693"/>
          <ac:spMkLst>
            <pc:docMk/>
            <pc:sldMk cId="4121118350" sldId="258"/>
            <ac:spMk id="60" creationId="{CCF18435-E44C-53C1-A101-97573756D464}"/>
          </ac:spMkLst>
        </pc:spChg>
        <pc:grpChg chg="add mod">
          <ac:chgData name="Stuart Dee" userId="31b13526-6ad7-4e7b-8167-a3c1f9a8df5f" providerId="ADAL" clId="{DED8D550-B007-4950-A6C3-79EC3FB409BC}" dt="2026-01-28T14:11:23.748" v="2656"/>
          <ac:grpSpMkLst>
            <pc:docMk/>
            <pc:sldMk cId="4121118350" sldId="258"/>
            <ac:grpSpMk id="2" creationId="{53A749C1-A42D-099B-C654-3DB3F1E9BA34}"/>
          </ac:grpSpMkLst>
        </pc:grpChg>
        <pc:grpChg chg="mod">
          <ac:chgData name="Stuart Dee" userId="31b13526-6ad7-4e7b-8167-a3c1f9a8df5f" providerId="ADAL" clId="{DED8D550-B007-4950-A6C3-79EC3FB409BC}" dt="2026-01-28T14:11:35.709" v="2658" actId="1076"/>
          <ac:grpSpMkLst>
            <pc:docMk/>
            <pc:sldMk cId="4121118350" sldId="258"/>
            <ac:grpSpMk id="9" creationId="{DCD9EF58-2EF2-9F10-D3C4-9A28B1DB9335}"/>
          </ac:grpSpMkLst>
        </pc:grpChg>
        <pc:grpChg chg="mod">
          <ac:chgData name="Stuart Dee" userId="31b13526-6ad7-4e7b-8167-a3c1f9a8df5f" providerId="ADAL" clId="{DED8D550-B007-4950-A6C3-79EC3FB409BC}" dt="2026-01-28T14:11:35.709" v="2658" actId="1076"/>
          <ac:grpSpMkLst>
            <pc:docMk/>
            <pc:sldMk cId="4121118350" sldId="258"/>
            <ac:grpSpMk id="19" creationId="{E140B38F-5A3E-18C1-A6E9-2F5CC80E19B8}"/>
          </ac:grpSpMkLst>
        </pc:grpChg>
        <pc:grpChg chg="mod">
          <ac:chgData name="Stuart Dee" userId="31b13526-6ad7-4e7b-8167-a3c1f9a8df5f" providerId="ADAL" clId="{DED8D550-B007-4950-A6C3-79EC3FB409BC}" dt="2026-01-28T14:11:35.709" v="2658" actId="1076"/>
          <ac:grpSpMkLst>
            <pc:docMk/>
            <pc:sldMk cId="4121118350" sldId="258"/>
            <ac:grpSpMk id="23" creationId="{2C9CA23E-6206-241D-8EC1-70394A5E6B4E}"/>
          </ac:grpSpMkLst>
        </pc:grpChg>
        <pc:grpChg chg="del mod">
          <ac:chgData name="Stuart Dee" userId="31b13526-6ad7-4e7b-8167-a3c1f9a8df5f" providerId="ADAL" clId="{DED8D550-B007-4950-A6C3-79EC3FB409BC}" dt="2026-01-27T09:54:22.092" v="2388" actId="478"/>
          <ac:grpSpMkLst>
            <pc:docMk/>
            <pc:sldMk cId="4121118350" sldId="258"/>
            <ac:grpSpMk id="27" creationId="{2165B60F-0D53-5469-2AB2-0CBBE8320FD3}"/>
          </ac:grpSpMkLst>
        </pc:grpChg>
        <pc:grpChg chg="mod">
          <ac:chgData name="Stuart Dee" userId="31b13526-6ad7-4e7b-8167-a3c1f9a8df5f" providerId="ADAL" clId="{DED8D550-B007-4950-A6C3-79EC3FB409BC}" dt="2026-01-28T14:11:35.709" v="2658" actId="1076"/>
          <ac:grpSpMkLst>
            <pc:docMk/>
            <pc:sldMk cId="4121118350" sldId="258"/>
            <ac:grpSpMk id="33" creationId="{5A72A396-B6D8-323D-3FD6-F048C3F10D39}"/>
          </ac:grpSpMkLst>
        </pc:grpChg>
        <pc:grpChg chg="mod">
          <ac:chgData name="Stuart Dee" userId="31b13526-6ad7-4e7b-8167-a3c1f9a8df5f" providerId="ADAL" clId="{DED8D550-B007-4950-A6C3-79EC3FB409BC}" dt="2026-01-28T14:12:28.806" v="2731" actId="1076"/>
          <ac:grpSpMkLst>
            <pc:docMk/>
            <pc:sldMk cId="4121118350" sldId="258"/>
            <ac:grpSpMk id="61" creationId="{DBEAE7A3-B541-8270-DA48-4764AA642CC6}"/>
          </ac:grpSpMkLst>
        </pc:grpChg>
        <pc:grpChg chg="mod">
          <ac:chgData name="Stuart Dee" userId="31b13526-6ad7-4e7b-8167-a3c1f9a8df5f" providerId="ADAL" clId="{DED8D550-B007-4950-A6C3-79EC3FB409BC}" dt="2026-01-28T14:13:53.822" v="2743" actId="1076"/>
          <ac:grpSpMkLst>
            <pc:docMk/>
            <pc:sldMk cId="4121118350" sldId="258"/>
            <ac:grpSpMk id="62" creationId="{6BF419E4-063F-56D0-23AE-A2D82A71AFEC}"/>
          </ac:grpSpMkLst>
        </pc:grpChg>
        <pc:cxnChg chg="add mod">
          <ac:chgData name="Stuart Dee" userId="31b13526-6ad7-4e7b-8167-a3c1f9a8df5f" providerId="ADAL" clId="{DED8D550-B007-4950-A6C3-79EC3FB409BC}" dt="2026-01-28T14:13:48.765" v="2742" actId="14100"/>
          <ac:cxnSpMkLst>
            <pc:docMk/>
            <pc:sldMk cId="4121118350" sldId="258"/>
            <ac:cxnSpMk id="14" creationId="{2AF2CA50-36F9-F500-0CA4-F9FF9CAB0842}"/>
          </ac:cxnSpMkLst>
        </pc:cxnChg>
        <pc:cxnChg chg="del mod">
          <ac:chgData name="Stuart Dee" userId="31b13526-6ad7-4e7b-8167-a3c1f9a8df5f" providerId="ADAL" clId="{DED8D550-B007-4950-A6C3-79EC3FB409BC}" dt="2026-01-27T09:42:06.850" v="2376" actId="478"/>
          <ac:cxnSpMkLst>
            <pc:docMk/>
            <pc:sldMk cId="4121118350" sldId="258"/>
            <ac:cxnSpMk id="30" creationId="{F5771429-3313-A2AB-BCF5-2754F0A56A11}"/>
          </ac:cxnSpMkLst>
        </pc:cxnChg>
        <pc:cxnChg chg="mod">
          <ac:chgData name="Stuart Dee" userId="31b13526-6ad7-4e7b-8167-a3c1f9a8df5f" providerId="ADAL" clId="{DED8D550-B007-4950-A6C3-79EC3FB409BC}" dt="2026-01-28T14:11:35.709" v="2658" actId="1076"/>
          <ac:cxnSpMkLst>
            <pc:docMk/>
            <pc:sldMk cId="4121118350" sldId="258"/>
            <ac:cxnSpMk id="43" creationId="{DC769E58-5BEE-36FB-D2E3-CCE8C25BDC42}"/>
          </ac:cxnSpMkLst>
        </pc:cxnChg>
        <pc:cxnChg chg="mod">
          <ac:chgData name="Stuart Dee" userId="31b13526-6ad7-4e7b-8167-a3c1f9a8df5f" providerId="ADAL" clId="{DED8D550-B007-4950-A6C3-79EC3FB409BC}" dt="2026-01-28T14:11:35.709" v="2658" actId="1076"/>
          <ac:cxnSpMkLst>
            <pc:docMk/>
            <pc:sldMk cId="4121118350" sldId="258"/>
            <ac:cxnSpMk id="46" creationId="{7F0621C8-5093-460B-AE3B-93E7773DD740}"/>
          </ac:cxnSpMkLst>
        </pc:cxnChg>
        <pc:cxnChg chg="mod">
          <ac:chgData name="Stuart Dee" userId="31b13526-6ad7-4e7b-8167-a3c1f9a8df5f" providerId="ADAL" clId="{DED8D550-B007-4950-A6C3-79EC3FB409BC}" dt="2026-01-28T14:13:57.807" v="2745" actId="14100"/>
          <ac:cxnSpMkLst>
            <pc:docMk/>
            <pc:sldMk cId="4121118350" sldId="258"/>
            <ac:cxnSpMk id="65" creationId="{BB803A9F-A79C-C175-016E-8A47E2E9B315}"/>
          </ac:cxnSpMkLst>
        </pc:cxnChg>
        <pc:cxnChg chg="mod">
          <ac:chgData name="Stuart Dee" userId="31b13526-6ad7-4e7b-8167-a3c1f9a8df5f" providerId="ADAL" clId="{DED8D550-B007-4950-A6C3-79EC3FB409BC}" dt="2026-01-28T14:12:56.765" v="2735" actId="693"/>
          <ac:cxnSpMkLst>
            <pc:docMk/>
            <pc:sldMk cId="4121118350" sldId="258"/>
            <ac:cxnSpMk id="68" creationId="{776BDF1B-09C3-BF12-23C3-48A92B53F4B3}"/>
          </ac:cxnSpMkLst>
        </pc:cxnChg>
      </pc:sldChg>
      <pc:sldChg chg="addSp delSp modSp new mod">
        <pc:chgData name="Stuart Dee" userId="31b13526-6ad7-4e7b-8167-a3c1f9a8df5f" providerId="ADAL" clId="{DED8D550-B007-4950-A6C3-79EC3FB409BC}" dt="2026-01-23T12:50:47.861" v="2372" actId="14100"/>
        <pc:sldMkLst>
          <pc:docMk/>
          <pc:sldMk cId="1381286524" sldId="259"/>
        </pc:sldMkLst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5" creationId="{5B66EC23-051D-E795-10BF-F37B8E0DCAF7}"/>
          </ac:spMkLst>
        </pc:spChg>
        <pc:spChg chg="mod">
          <ac:chgData name="Stuart Dee" userId="31b13526-6ad7-4e7b-8167-a3c1f9a8df5f" providerId="ADAL" clId="{DED8D550-B007-4950-A6C3-79EC3FB409BC}" dt="2026-01-23T12:45:19.463" v="2314" actId="20577"/>
          <ac:spMkLst>
            <pc:docMk/>
            <pc:sldMk cId="1381286524" sldId="259"/>
            <ac:spMk id="7" creationId="{3EDC5272-D2A8-E4E7-962F-AAF8B0190B55}"/>
          </ac:spMkLst>
        </pc:spChg>
        <pc:spChg chg="mod">
          <ac:chgData name="Stuart Dee" userId="31b13526-6ad7-4e7b-8167-a3c1f9a8df5f" providerId="ADAL" clId="{DED8D550-B007-4950-A6C3-79EC3FB409BC}" dt="2026-01-23T12:49:22.681" v="2352" actId="6549"/>
          <ac:spMkLst>
            <pc:docMk/>
            <pc:sldMk cId="1381286524" sldId="259"/>
            <ac:spMk id="8" creationId="{8C7A5F63-C782-E923-7F38-A4E611A507DD}"/>
          </ac:spMkLst>
        </pc:spChg>
        <pc:spChg chg="add mod">
          <ac:chgData name="Stuart Dee" userId="31b13526-6ad7-4e7b-8167-a3c1f9a8df5f" providerId="ADAL" clId="{DED8D550-B007-4950-A6C3-79EC3FB409BC}" dt="2026-01-23T12:42:33.283" v="2308" actId="1076"/>
          <ac:spMkLst>
            <pc:docMk/>
            <pc:sldMk cId="1381286524" sldId="259"/>
            <ac:spMk id="22" creationId="{9F678315-0239-0C4E-4A2C-94A876BD9158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29" creationId="{AF2E9A82-493A-2EF0-7327-3045335ABF84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31" creationId="{B173F356-E486-C30E-1B66-BDE848376DD2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32" creationId="{A2472B69-EA1F-9597-7359-837A659C366F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42" creationId="{7B91D7A8-40CA-4831-DC7A-8F5D6D1D9729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43" creationId="{17950B6A-B60B-D7E6-17DE-04B1EF9DBD00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44" creationId="{B61E353B-6121-D6B9-0FDF-44F28741AAB9}"/>
          </ac:spMkLst>
        </pc:spChg>
        <pc:spChg chg="mod">
          <ac:chgData name="Stuart Dee" userId="31b13526-6ad7-4e7b-8167-a3c1f9a8df5f" providerId="ADAL" clId="{DED8D550-B007-4950-A6C3-79EC3FB409BC}" dt="2026-01-23T12:49:27.835" v="2360" actId="20577"/>
          <ac:spMkLst>
            <pc:docMk/>
            <pc:sldMk cId="1381286524" sldId="259"/>
            <ac:spMk id="45" creationId="{79010228-503E-66F2-2549-5E0AB08557AB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46" creationId="{0F564572-CCB9-1628-9BE2-594B43079906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51" creationId="{34B99E01-EFB6-676E-8EF5-7275831D05E8}"/>
          </ac:spMkLst>
        </pc:spChg>
        <pc:spChg chg="add mod">
          <ac:chgData name="Stuart Dee" userId="31b13526-6ad7-4e7b-8167-a3c1f9a8df5f" providerId="ADAL" clId="{DED8D550-B007-4950-A6C3-79EC3FB409BC}" dt="2026-01-23T12:49:53.235" v="2363" actId="1076"/>
          <ac:spMkLst>
            <pc:docMk/>
            <pc:sldMk cId="1381286524" sldId="259"/>
            <ac:spMk id="69" creationId="{DCCD4739-520D-5084-97EA-3B62FB221061}"/>
          </ac:spMkLst>
        </pc:spChg>
        <pc:spChg chg="add mod">
          <ac:chgData name="Stuart Dee" userId="31b13526-6ad7-4e7b-8167-a3c1f9a8df5f" providerId="ADAL" clId="{DED8D550-B007-4950-A6C3-79EC3FB409BC}" dt="2026-01-23T12:50:47.861" v="2372" actId="14100"/>
          <ac:spMkLst>
            <pc:docMk/>
            <pc:sldMk cId="1381286524" sldId="259"/>
            <ac:spMk id="70" creationId="{731E76FC-AC92-04F2-CA27-D3B6CFEAB21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444C-0595-06B0-E298-E6DBEA347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6F3EC-DE35-F2B1-448C-A19BF81C0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B8B3C-C210-6BDB-B06A-DDCC37E29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8207-2BF8-EDE3-5871-3CE60372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D892-A2BF-9E5E-E1E8-7CF4F277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26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9E5B-FEF6-D3A0-DAEB-7BE3CD9E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ADEC4-249C-1AA8-FB31-6F4C1BD6D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529B1-BDAA-27DA-5482-E61A1218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8092F-070F-21D5-91A6-0443D709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1094-8FB0-567A-B1C4-82506170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1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CE5B-8786-1D0A-328B-79B2AB73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3C4A6-FE3E-F97F-55CA-A0AF49665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F928-6967-C013-F35B-8E7C81B8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00D5B-EA34-8DB8-A9A8-D4913CF2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3D7E6-4A50-BDF7-AEA3-3642CFD0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82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524A-D513-F4D1-1141-522D0217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6DF79-3293-C710-D209-53E32784D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6CFAD-2570-1BC0-DF77-B415EDA0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12D39-ADB3-6CCB-C271-54796F633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D0798-8E29-3E6D-02E9-AF81679DF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6620-DF88-8466-AC12-4BD16A5C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161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5ED4-3171-F526-DBF4-C8B0E9177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B0D38-1046-780D-20EF-6CAC48251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F8372-AD49-9898-F266-C26B54751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FC654-FC6C-ADE6-D979-FC1137A53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00116-9DBB-CF00-320E-F363829B3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E2601-9658-8142-7F2C-0C5C91E2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3D212-C795-B835-B7EB-546CD3C2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316EE-4E4E-5E27-6E93-71BB483D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30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F143-07D3-A278-3070-546EFC4A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08981-0E43-25F9-E25D-C3BC7C4C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C8BDA-CEB2-7465-8229-02E99E35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EC16-8038-019E-8998-BFA7C4F0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31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04552-9865-5E5B-E45C-DEAD3B6A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8237E-4411-4136-20FF-8AF86A63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83435-7756-4954-0AC5-B9293442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9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1048-541E-ABE3-66AE-97F8D0B7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5CF32-8FB4-FAAA-D6C7-9AF293F2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47088-E679-F7BD-8CCF-301EEC5EC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8E80A-A50A-A58D-B174-AC2F728E6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1607A-458E-4C6E-18E9-FD645123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BC81D-05CC-2E62-C1D6-F77267B63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94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A0BD-5774-EA4A-3BA0-748A8065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C80BF-527B-06D0-53D4-21A925333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1A384-124C-1018-B430-AD0261F43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ECEFA-0C0B-7F46-ABB8-FC37853F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311C6-E81B-65AA-2765-AC5E203B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56058-F87F-DE6B-E6D1-8F9821A6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727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FD4F-202C-B110-FA0E-66F10471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53F69-B81C-4F06-3EC9-D7437F3A6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F6D3A-DC5C-25E5-E046-E90CD09C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C95A5-1910-7E79-A3F6-0313E2A6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75DA6-91D9-5F48-927E-77D08971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79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AE01A-61A7-A553-6D7C-602DD52B8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8F7DB-E8F6-AFF9-CA2F-DF60B78AE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C0AB8-B73D-0657-F1CE-E6E8E5CA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33B4-6533-2FA9-04BE-78151632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EB11-C455-E1E1-3918-62DA684B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71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5CCA8-DF5F-8741-D6C2-EE53AC42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6392-D9FF-C197-9EA3-018DDB1C9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DFD6F-8CA5-05B5-8B77-5989D45AA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E0E9A-2395-41B2-9C40-0910B004240E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B6C2A-599C-DE18-991B-03EB2A1AD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4DD-0EFD-A46C-2C64-1E9693F3E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CF4B4-46D1-4489-A7B6-4B48F57785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2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E9C6F-A692-37C9-DCDD-80A9CAAFA11E}"/>
              </a:ext>
            </a:extLst>
          </p:cNvPr>
          <p:cNvSpPr txBox="1"/>
          <p:nvPr/>
        </p:nvSpPr>
        <p:spPr>
          <a:xfrm>
            <a:off x="2260315" y="58375"/>
            <a:ext cx="5691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Background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89409-5F92-3BB6-2F26-7FD44C88DB5A}"/>
              </a:ext>
            </a:extLst>
          </p:cNvPr>
          <p:cNvSpPr txBox="1"/>
          <p:nvPr/>
        </p:nvSpPr>
        <p:spPr>
          <a:xfrm>
            <a:off x="1119882" y="545113"/>
            <a:ext cx="9685668" cy="338554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1B9A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solidFill>
                  <a:srgbClr val="1B9AD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current regulatory reporting estate is highly fragmented.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report operates with its own logic, data model, extraction process, and transformation approach, resulting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minimal re‑use,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duplicated effort,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inconsistent outcomes.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to assess regulatory reporting holistically and define a modernised end‑state architecture that promotes: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Standardised and re‑usable 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AI‑enabled automation and acceleration across requirements, design, testing, and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Demonstrable delivery accelerators that reduce cost and cycle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Proven techniques and tooling grounded in practical experience</a:t>
            </a:r>
          </a:p>
          <a:p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is to move from today’s siloed reporting environment to a unified, efficient, AI‑ready regulatory reporting ecosystem with consistent processes, shared components, and scalable foundations.</a:t>
            </a:r>
          </a:p>
        </p:txBody>
      </p:sp>
    </p:spTree>
    <p:extLst>
      <p:ext uri="{BB962C8B-B14F-4D97-AF65-F5344CB8AC3E}">
        <p14:creationId xmlns:p14="http://schemas.microsoft.com/office/powerpoint/2010/main" val="20801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66EC23-051D-E795-10BF-F37B8E0DCAF7}"/>
              </a:ext>
            </a:extLst>
          </p:cNvPr>
          <p:cNvSpPr/>
          <p:nvPr/>
        </p:nvSpPr>
        <p:spPr>
          <a:xfrm>
            <a:off x="3250869" y="539019"/>
            <a:ext cx="5482588" cy="4726102"/>
          </a:xfrm>
          <a:prstGeom prst="rect">
            <a:avLst/>
          </a:prstGeom>
          <a:solidFill>
            <a:srgbClr val="E8E8E8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Financial Institution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3BEE2B-D2B5-8488-7DDA-2C17F5BF9349}"/>
              </a:ext>
            </a:extLst>
          </p:cNvPr>
          <p:cNvSpPr/>
          <p:nvPr/>
        </p:nvSpPr>
        <p:spPr>
          <a:xfrm>
            <a:off x="3589917" y="1086963"/>
            <a:ext cx="1253447" cy="391814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Regulatory definitions and interpretations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Scope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Frequency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field definitions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Validation rules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Report compilation and transmission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Reconciliations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800" kern="0" dirty="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C5272-D2A8-E4E7-962F-AAF8B0190B55}"/>
              </a:ext>
            </a:extLst>
          </p:cNvPr>
          <p:cNvSpPr/>
          <p:nvPr/>
        </p:nvSpPr>
        <p:spPr>
          <a:xfrm>
            <a:off x="2435784" y="1516765"/>
            <a:ext cx="568506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A5F63-C782-E923-7F38-A4E611A507DD}"/>
              </a:ext>
            </a:extLst>
          </p:cNvPr>
          <p:cNvSpPr/>
          <p:nvPr/>
        </p:nvSpPr>
        <p:spPr>
          <a:xfrm>
            <a:off x="2435784" y="1956839"/>
            <a:ext cx="568506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5A673B-ADDA-C3B0-C4D0-DCD2F21D059A}"/>
              </a:ext>
            </a:extLst>
          </p:cNvPr>
          <p:cNvSpPr/>
          <p:nvPr/>
        </p:nvSpPr>
        <p:spPr>
          <a:xfrm>
            <a:off x="2435784" y="1086963"/>
            <a:ext cx="568506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FCA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3C0E35-B943-908C-6291-88C8ACD3EF7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04290" y="1225665"/>
            <a:ext cx="585627" cy="171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12A41C-DBF4-C863-DE55-B2C69E0E280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004290" y="1652039"/>
            <a:ext cx="592476" cy="342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0B49F1-4740-C873-C201-8E6AB04645B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004290" y="2095540"/>
            <a:ext cx="578778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648F68-A11E-D193-DA22-DC9FCF5E3D7A}"/>
              </a:ext>
            </a:extLst>
          </p:cNvPr>
          <p:cNvSpPr txBox="1"/>
          <p:nvPr/>
        </p:nvSpPr>
        <p:spPr>
          <a:xfrm>
            <a:off x="2430785" y="3486688"/>
            <a:ext cx="801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r>
              <a:rPr lang="en-GB" dirty="0"/>
              <a:t>Evolving o/s standards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E05D42-6013-A54F-991C-51ED0E6F5B10}"/>
              </a:ext>
            </a:extLst>
          </p:cNvPr>
          <p:cNvSpPr/>
          <p:nvPr/>
        </p:nvSpPr>
        <p:spPr>
          <a:xfrm>
            <a:off x="5201246" y="2134806"/>
            <a:ext cx="2864776" cy="17465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Knowledge Base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0D4A4-EC20-0BE6-CF12-800A77239456}"/>
              </a:ext>
            </a:extLst>
          </p:cNvPr>
          <p:cNvSpPr/>
          <p:nvPr/>
        </p:nvSpPr>
        <p:spPr>
          <a:xfrm>
            <a:off x="5398169" y="2477392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Regulatory Status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0CA2ED-3773-DF98-97C2-87F9F91471AC}"/>
              </a:ext>
            </a:extLst>
          </p:cNvPr>
          <p:cNvSpPr/>
          <p:nvPr/>
        </p:nvSpPr>
        <p:spPr>
          <a:xfrm>
            <a:off x="6283460" y="2485834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Policies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64406D-812B-5C37-35F9-CC3CA996CB80}"/>
              </a:ext>
            </a:extLst>
          </p:cNvPr>
          <p:cNvSpPr/>
          <p:nvPr/>
        </p:nvSpPr>
        <p:spPr>
          <a:xfrm>
            <a:off x="5398168" y="2967121"/>
            <a:ext cx="1573660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Architecture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F99ED5-9FB2-EC66-716E-25AFDDB11FFB}"/>
              </a:ext>
            </a:extLst>
          </p:cNvPr>
          <p:cNvSpPr/>
          <p:nvPr/>
        </p:nvSpPr>
        <p:spPr>
          <a:xfrm>
            <a:off x="5398169" y="3414032"/>
            <a:ext cx="1573659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Application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8F185F-FCBE-19E5-3E82-97D7A5E53A9C}"/>
              </a:ext>
            </a:extLst>
          </p:cNvPr>
          <p:cNvSpPr/>
          <p:nvPr/>
        </p:nvSpPr>
        <p:spPr>
          <a:xfrm>
            <a:off x="5201246" y="4223989"/>
            <a:ext cx="2864776" cy="804827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Regulatory Reporting Platform(s)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78315-0239-0C4E-4A2C-94A876BD9158}"/>
              </a:ext>
            </a:extLst>
          </p:cNvPr>
          <p:cNvSpPr/>
          <p:nvPr/>
        </p:nvSpPr>
        <p:spPr>
          <a:xfrm>
            <a:off x="5398169" y="4586999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D22F6E-E5EE-037E-0421-D4F227A704B4}"/>
              </a:ext>
            </a:extLst>
          </p:cNvPr>
          <p:cNvSpPr/>
          <p:nvPr/>
        </p:nvSpPr>
        <p:spPr>
          <a:xfrm>
            <a:off x="6283460" y="4586999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D338F6-7F76-C951-C6E9-8186BBFAA205}"/>
              </a:ext>
            </a:extLst>
          </p:cNvPr>
          <p:cNvSpPr/>
          <p:nvPr/>
        </p:nvSpPr>
        <p:spPr>
          <a:xfrm>
            <a:off x="7168751" y="4586999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D6DE0A-4A27-F74B-EDAB-0A29569D117C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>
            <a:off x="6633634" y="3881404"/>
            <a:ext cx="0" cy="34258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4BC02D2-1BD1-D823-12A8-49B2246BB941}"/>
              </a:ext>
            </a:extLst>
          </p:cNvPr>
          <p:cNvSpPr txBox="1"/>
          <p:nvPr/>
        </p:nvSpPr>
        <p:spPr>
          <a:xfrm>
            <a:off x="2435784" y="669301"/>
            <a:ext cx="815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800" dirty="0">
                <a:solidFill>
                  <a:prstClr val="black"/>
                </a:solidFill>
                <a:latin typeface="Aptos" panose="02110004020202020204"/>
              </a:rPr>
              <a:t>Regulatory Authorities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7E27DA-CE03-6759-FDA6-38E22C996EB5}"/>
              </a:ext>
            </a:extLst>
          </p:cNvPr>
          <p:cNvSpPr/>
          <p:nvPr/>
        </p:nvSpPr>
        <p:spPr>
          <a:xfrm>
            <a:off x="5025729" y="948262"/>
            <a:ext cx="3280026" cy="95378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B95E4E-C6AE-62C6-48DA-3E8907647966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6633634" y="5028816"/>
            <a:ext cx="0" cy="64727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E9A82-493A-2EF0-7327-3045335ABF84}"/>
              </a:ext>
            </a:extLst>
          </p:cNvPr>
          <p:cNvSpPr/>
          <p:nvPr/>
        </p:nvSpPr>
        <p:spPr>
          <a:xfrm>
            <a:off x="5201246" y="5688048"/>
            <a:ext cx="2864776" cy="804827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Reporting Recipient(s)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0675CD-D31A-7F4B-81AF-1A9EBBB10D4B}"/>
              </a:ext>
            </a:extLst>
          </p:cNvPr>
          <p:cNvSpPr/>
          <p:nvPr/>
        </p:nvSpPr>
        <p:spPr>
          <a:xfrm>
            <a:off x="5398169" y="6051058"/>
            <a:ext cx="688368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73F356-E486-C30E-1B66-BDE848376DD2}"/>
              </a:ext>
            </a:extLst>
          </p:cNvPr>
          <p:cNvSpPr/>
          <p:nvPr/>
        </p:nvSpPr>
        <p:spPr>
          <a:xfrm>
            <a:off x="6283460" y="6051058"/>
            <a:ext cx="688368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472B69-EA1F-9597-7359-837A659C366F}"/>
              </a:ext>
            </a:extLst>
          </p:cNvPr>
          <p:cNvSpPr/>
          <p:nvPr/>
        </p:nvSpPr>
        <p:spPr>
          <a:xfrm>
            <a:off x="7168751" y="6051058"/>
            <a:ext cx="688368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0B3145-F3EF-6E0E-3675-E70D4702169E}"/>
              </a:ext>
            </a:extLst>
          </p:cNvPr>
          <p:cNvSpPr/>
          <p:nvPr/>
        </p:nvSpPr>
        <p:spPr>
          <a:xfrm>
            <a:off x="5201246" y="1080112"/>
            <a:ext cx="1253447" cy="683234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Impact Analysis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096E50-526D-07AB-546E-345BB14A1838}"/>
              </a:ext>
            </a:extLst>
          </p:cNvPr>
          <p:cNvSpPr/>
          <p:nvPr/>
        </p:nvSpPr>
        <p:spPr>
          <a:xfrm>
            <a:off x="6812575" y="1080112"/>
            <a:ext cx="1253447" cy="683234"/>
          </a:xfrm>
          <a:prstGeom prst="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Requirement Agent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D63949-5927-AA63-B7CE-6E24E05262E4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6454693" y="1421729"/>
            <a:ext cx="357882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3A2B7C-1F75-0885-C0E4-D3E56E91C53D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4850213" y="1421729"/>
            <a:ext cx="35103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8949E0F-C613-EA97-AB98-571C0FF77476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8066022" y="1421729"/>
            <a:ext cx="12700" cy="3303971"/>
          </a:xfrm>
          <a:prstGeom prst="bentConnector4">
            <a:avLst>
              <a:gd name="adj1" fmla="val 3661512"/>
              <a:gd name="adj2" fmla="val 99949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4678E3-E7D2-C297-F200-7F44C39A4AB8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7439299" y="1763346"/>
            <a:ext cx="0" cy="35102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DBB65D-D5DF-F8E0-AD41-6E189C355B78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827970" y="1763346"/>
            <a:ext cx="0" cy="35102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41BA2DA-28D3-1CC2-37F9-944A87709BEC}"/>
              </a:ext>
            </a:extLst>
          </p:cNvPr>
          <p:cNvCxnSpPr>
            <a:cxnSpLocks/>
          </p:cNvCxnSpPr>
          <p:nvPr/>
        </p:nvCxnSpPr>
        <p:spPr>
          <a:xfrm>
            <a:off x="5742353" y="5028816"/>
            <a:ext cx="0" cy="64727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C16697F-3D62-94EA-1AFA-E7C3BF2B868A}"/>
              </a:ext>
            </a:extLst>
          </p:cNvPr>
          <p:cNvCxnSpPr>
            <a:cxnSpLocks/>
          </p:cNvCxnSpPr>
          <p:nvPr/>
        </p:nvCxnSpPr>
        <p:spPr>
          <a:xfrm>
            <a:off x="7512935" y="5028816"/>
            <a:ext cx="0" cy="64727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B91D7A8-40CA-4831-DC7A-8F5D6D1D9729}"/>
              </a:ext>
            </a:extLst>
          </p:cNvPr>
          <p:cNvSpPr/>
          <p:nvPr/>
        </p:nvSpPr>
        <p:spPr>
          <a:xfrm>
            <a:off x="7190417" y="3414032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Report 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History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950B6A-B60B-D7E6-17DE-04B1EF9DBD00}"/>
              </a:ext>
            </a:extLst>
          </p:cNvPr>
          <p:cNvSpPr/>
          <p:nvPr/>
        </p:nvSpPr>
        <p:spPr>
          <a:xfrm>
            <a:off x="2463775" y="3843073"/>
            <a:ext cx="568506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COREP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1E353B-6121-D6B9-0FDF-44F28741AAB9}"/>
              </a:ext>
            </a:extLst>
          </p:cNvPr>
          <p:cNvSpPr/>
          <p:nvPr/>
        </p:nvSpPr>
        <p:spPr>
          <a:xfrm>
            <a:off x="2463775" y="4285918"/>
            <a:ext cx="568506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FINREP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010228-503E-66F2-2549-5E0AB08557AB}"/>
              </a:ext>
            </a:extLst>
          </p:cNvPr>
          <p:cNvSpPr/>
          <p:nvPr/>
        </p:nvSpPr>
        <p:spPr>
          <a:xfrm>
            <a:off x="2469434" y="4727704"/>
            <a:ext cx="568506" cy="277403"/>
          </a:xfrm>
          <a:prstGeom prst="rect">
            <a:avLst/>
          </a:prstGeom>
          <a:noFill/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Pillar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564572-CCB9-1628-9BE2-594B43079906}"/>
              </a:ext>
            </a:extLst>
          </p:cNvPr>
          <p:cNvSpPr txBox="1"/>
          <p:nvPr/>
        </p:nvSpPr>
        <p:spPr>
          <a:xfrm>
            <a:off x="2430785" y="2378112"/>
            <a:ext cx="696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r>
              <a:rPr lang="en-GB" dirty="0"/>
              <a:t>Etc….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B91FCF2-7DC6-5617-DD9E-F849C5980624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032281" y="3981775"/>
            <a:ext cx="56448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C40FF76-84E9-7909-484D-E646082CA741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3032281" y="4424620"/>
            <a:ext cx="564245" cy="533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878A08-6834-AA3A-A098-3AC9D2AFCCCF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3037940" y="4863635"/>
            <a:ext cx="551977" cy="277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4B99E01-EFB6-676E-8EF5-7275831D05E8}"/>
              </a:ext>
            </a:extLst>
          </p:cNvPr>
          <p:cNvSpPr/>
          <p:nvPr/>
        </p:nvSpPr>
        <p:spPr>
          <a:xfrm>
            <a:off x="7188922" y="2963602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Service Definitions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0F6BD0-7E01-64DB-8B59-6200338622CB}"/>
              </a:ext>
            </a:extLst>
          </p:cNvPr>
          <p:cNvSpPr/>
          <p:nvPr/>
        </p:nvSpPr>
        <p:spPr>
          <a:xfrm>
            <a:off x="7188922" y="2482315"/>
            <a:ext cx="688368" cy="27740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prstClr val="black"/>
                </a:solidFill>
                <a:latin typeface="Aptos" panose="02110004020202020204"/>
              </a:rPr>
              <a:t>Processes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CD4739-520D-5084-97EA-3B62FB221061}"/>
              </a:ext>
            </a:extLst>
          </p:cNvPr>
          <p:cNvSpPr txBox="1"/>
          <p:nvPr/>
        </p:nvSpPr>
        <p:spPr>
          <a:xfrm>
            <a:off x="2399631" y="5192367"/>
            <a:ext cx="696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r>
              <a:rPr lang="en-GB" dirty="0"/>
              <a:t>Etc….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731E76FC-AC92-04F2-CA27-D3B6CFEAB215}"/>
              </a:ext>
            </a:extLst>
          </p:cNvPr>
          <p:cNvSpPr txBox="1">
            <a:spLocks/>
          </p:cNvSpPr>
          <p:nvPr/>
        </p:nvSpPr>
        <p:spPr bwMode="gray">
          <a:xfrm>
            <a:off x="296568" y="46832"/>
            <a:ext cx="6892354" cy="4185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High Level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RRaaS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Scope</a:t>
            </a:r>
          </a:p>
        </p:txBody>
      </p:sp>
    </p:spTree>
    <p:extLst>
      <p:ext uri="{BB962C8B-B14F-4D97-AF65-F5344CB8AC3E}">
        <p14:creationId xmlns:p14="http://schemas.microsoft.com/office/powerpoint/2010/main" val="138128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9493-1F5F-8429-0501-12DD2AAD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C9CA23E-6206-241D-8EC1-70394A5E6B4E}"/>
              </a:ext>
            </a:extLst>
          </p:cNvPr>
          <p:cNvGrpSpPr/>
          <p:nvPr/>
        </p:nvGrpSpPr>
        <p:grpSpPr>
          <a:xfrm>
            <a:off x="6011426" y="2079961"/>
            <a:ext cx="3604590" cy="1232717"/>
            <a:chOff x="7050156" y="2167381"/>
            <a:chExt cx="4174435" cy="156641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A9A364-2E8F-2840-F288-3544CAB01999}"/>
                </a:ext>
              </a:extLst>
            </p:cNvPr>
            <p:cNvSpPr/>
            <p:nvPr/>
          </p:nvSpPr>
          <p:spPr>
            <a:xfrm>
              <a:off x="7050156" y="2167381"/>
              <a:ext cx="4174435" cy="694523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Automated  SDLC</a:t>
              </a:r>
            </a:p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Regulatory Reporting Engine</a:t>
              </a:r>
            </a:p>
            <a:p>
              <a:pPr algn="ctr"/>
              <a:endPara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753E5D-05DA-1BE6-E00F-66BEB376D3EE}"/>
                </a:ext>
              </a:extLst>
            </p:cNvPr>
            <p:cNvSpPr/>
            <p:nvPr/>
          </p:nvSpPr>
          <p:spPr>
            <a:xfrm>
              <a:off x="7050156" y="2861905"/>
              <a:ext cx="4174435" cy="8718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Report Generation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Validation &amp; Controls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Repository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CD9EF58-2EF2-9F10-D3C4-9A28B1DB9335}"/>
              </a:ext>
            </a:extLst>
          </p:cNvPr>
          <p:cNvGrpSpPr/>
          <p:nvPr/>
        </p:nvGrpSpPr>
        <p:grpSpPr>
          <a:xfrm>
            <a:off x="1538817" y="2008620"/>
            <a:ext cx="3849756" cy="887345"/>
            <a:chOff x="7235686" y="3750365"/>
            <a:chExt cx="4174435" cy="113873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CF522D-8E1D-93B1-0C49-512F9F42A915}"/>
                </a:ext>
              </a:extLst>
            </p:cNvPr>
            <p:cNvSpPr/>
            <p:nvPr/>
          </p:nvSpPr>
          <p:spPr>
            <a:xfrm>
              <a:off x="7235686" y="3750365"/>
              <a:ext cx="4174435" cy="43732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Kano– Knowledge Management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32E501-688E-7A71-B980-DED1366436CD}"/>
                </a:ext>
              </a:extLst>
            </p:cNvPr>
            <p:cNvSpPr/>
            <p:nvPr/>
          </p:nvSpPr>
          <p:spPr>
            <a:xfrm>
              <a:off x="7235686" y="4187686"/>
              <a:ext cx="4174435" cy="7014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Requirements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Designs, test cases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Compliance &amp; Impact Analysis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40B38F-5A3E-18C1-A6E9-2F5CC80E19B8}"/>
              </a:ext>
            </a:extLst>
          </p:cNvPr>
          <p:cNvGrpSpPr/>
          <p:nvPr/>
        </p:nvGrpSpPr>
        <p:grpSpPr>
          <a:xfrm>
            <a:off x="1538817" y="2901604"/>
            <a:ext cx="3849756" cy="805132"/>
            <a:chOff x="7235686" y="3750365"/>
            <a:chExt cx="4174435" cy="103323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CA4A249-2EDB-2CDA-1D8E-DBD5D746D2E6}"/>
                </a:ext>
              </a:extLst>
            </p:cNvPr>
            <p:cNvSpPr/>
            <p:nvPr/>
          </p:nvSpPr>
          <p:spPr>
            <a:xfrm>
              <a:off x="7235686" y="3750365"/>
              <a:ext cx="4174435" cy="43732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Kano– Knowledge Graph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748E62-968C-2CEF-0948-2F686FA29162}"/>
                </a:ext>
              </a:extLst>
            </p:cNvPr>
            <p:cNvSpPr/>
            <p:nvPr/>
          </p:nvSpPr>
          <p:spPr>
            <a:xfrm>
              <a:off x="7235686" y="4187686"/>
              <a:ext cx="4174435" cy="5959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Transformation Mapping</a:t>
              </a:r>
            </a:p>
            <a:p>
              <a:pPr algn="ctr"/>
              <a:r>
                <a:rPr lang="en-GB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Multi-Modal Ingestion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72A396-B6D8-323D-3FD6-F048C3F10D39}"/>
              </a:ext>
            </a:extLst>
          </p:cNvPr>
          <p:cNvGrpSpPr/>
          <p:nvPr/>
        </p:nvGrpSpPr>
        <p:grpSpPr>
          <a:xfrm>
            <a:off x="1538815" y="497083"/>
            <a:ext cx="8077202" cy="835248"/>
            <a:chOff x="7050156" y="2232991"/>
            <a:chExt cx="3576031" cy="158759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40F7FE-BFD6-5751-76B6-3D87BB031792}"/>
                </a:ext>
              </a:extLst>
            </p:cNvPr>
            <p:cNvSpPr/>
            <p:nvPr/>
          </p:nvSpPr>
          <p:spPr>
            <a:xfrm>
              <a:off x="7050156" y="2232991"/>
              <a:ext cx="3576031" cy="606189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Axet</a:t>
              </a:r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Gaia – Single Pain of Glass</a:t>
              </a:r>
            </a:p>
            <a:p>
              <a:pPr algn="ctr"/>
              <a:endPara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34CF538-73BB-45F1-E223-09F66B0F3DC7}"/>
                </a:ext>
              </a:extLst>
            </p:cNvPr>
            <p:cNvSpPr/>
            <p:nvPr/>
          </p:nvSpPr>
          <p:spPr>
            <a:xfrm>
              <a:off x="7050156" y="2861905"/>
              <a:ext cx="3576031" cy="9586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Context &amp; Interface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Governance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Productivity Workflow Layer</a:t>
              </a: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C769E58-5BEE-36FB-D2E3-CCE8C25BDC42}"/>
              </a:ext>
            </a:extLst>
          </p:cNvPr>
          <p:cNvCxnSpPr>
            <a:cxnSpLocks/>
          </p:cNvCxnSpPr>
          <p:nvPr/>
        </p:nvCxnSpPr>
        <p:spPr>
          <a:xfrm>
            <a:off x="3778434" y="1332331"/>
            <a:ext cx="0" cy="6762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F0621C8-5093-460B-AE3B-93E7773DD74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813721" y="1316962"/>
            <a:ext cx="0" cy="7629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BEAE7A3-B541-8270-DA48-4764AA642CC6}"/>
              </a:ext>
            </a:extLst>
          </p:cNvPr>
          <p:cNvGrpSpPr/>
          <p:nvPr/>
        </p:nvGrpSpPr>
        <p:grpSpPr>
          <a:xfrm>
            <a:off x="2029146" y="4006042"/>
            <a:ext cx="2869098" cy="935706"/>
            <a:chOff x="231912" y="4167420"/>
            <a:chExt cx="2869098" cy="157781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E02ECC7-ECFD-96B1-CAC0-DADCDC85329C}"/>
                </a:ext>
              </a:extLst>
            </p:cNvPr>
            <p:cNvSpPr/>
            <p:nvPr/>
          </p:nvSpPr>
          <p:spPr>
            <a:xfrm>
              <a:off x="231912" y="4167420"/>
              <a:ext cx="2869098" cy="47762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Exate</a:t>
              </a:r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– Data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CF18435-E44C-53C1-A101-97573756D464}"/>
                </a:ext>
              </a:extLst>
            </p:cNvPr>
            <p:cNvSpPr/>
            <p:nvPr/>
          </p:nvSpPr>
          <p:spPr>
            <a:xfrm>
              <a:off x="231912" y="4657725"/>
              <a:ext cx="2869098" cy="108750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Classification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Taxonomy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Lineage</a:t>
              </a:r>
              <a:endPara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BF419E4-063F-56D0-23AE-A2D82A71AFEC}"/>
              </a:ext>
            </a:extLst>
          </p:cNvPr>
          <p:cNvGrpSpPr/>
          <p:nvPr/>
        </p:nvGrpSpPr>
        <p:grpSpPr>
          <a:xfrm>
            <a:off x="4267608" y="5299267"/>
            <a:ext cx="2869098" cy="1229490"/>
            <a:chOff x="231912" y="4167420"/>
            <a:chExt cx="2869098" cy="157781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1547678-1F13-225F-F6B2-79A844894C41}"/>
                </a:ext>
              </a:extLst>
            </p:cNvPr>
            <p:cNvSpPr/>
            <p:nvPr/>
          </p:nvSpPr>
          <p:spPr>
            <a:xfrm>
              <a:off x="231912" y="4167420"/>
              <a:ext cx="2869098" cy="4776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Reporting Regulations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C6C625C-C04A-E8D4-979D-334BC21F4477}"/>
                </a:ext>
              </a:extLst>
            </p:cNvPr>
            <p:cNvSpPr/>
            <p:nvPr/>
          </p:nvSpPr>
          <p:spPr>
            <a:xfrm>
              <a:off x="231912" y="4657725"/>
              <a:ext cx="2869098" cy="10875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PRA/FCA data handling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GDPR constraints on customer attributes appearing in reports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Cross‑jurisdiction residency controls (e.g., EU, UK, US)</a:t>
              </a:r>
              <a:endPara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B803A9F-A79C-C175-016E-8A47E2E9B315}"/>
              </a:ext>
            </a:extLst>
          </p:cNvPr>
          <p:cNvCxnSpPr>
            <a:cxnSpLocks/>
            <a:endCxn id="60" idx="2"/>
          </p:cNvCxnSpPr>
          <p:nvPr/>
        </p:nvCxnSpPr>
        <p:spPr>
          <a:xfrm flipH="1" flipV="1">
            <a:off x="3463695" y="4941748"/>
            <a:ext cx="2286203" cy="35751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76BDF1B-09C3-BF12-23C3-48A92B53F4B3}"/>
              </a:ext>
            </a:extLst>
          </p:cNvPr>
          <p:cNvCxnSpPr>
            <a:cxnSpLocks/>
            <a:stCxn id="4" idx="0"/>
            <a:endCxn id="60" idx="2"/>
          </p:cNvCxnSpPr>
          <p:nvPr/>
        </p:nvCxnSpPr>
        <p:spPr>
          <a:xfrm flipV="1">
            <a:off x="2548194" y="4941748"/>
            <a:ext cx="915501" cy="35751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59B073C-2C12-B25D-1BFD-05BCED103AD1}"/>
              </a:ext>
            </a:extLst>
          </p:cNvPr>
          <p:cNvSpPr txBox="1"/>
          <p:nvPr/>
        </p:nvSpPr>
        <p:spPr>
          <a:xfrm>
            <a:off x="2260315" y="58375"/>
            <a:ext cx="68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Reg Reporting Architecture </a:t>
            </a:r>
            <a:r>
              <a:rPr lang="en-GB" sz="2000" b="1"/>
              <a:t>Demo Overview</a:t>
            </a:r>
            <a:endParaRPr lang="en-GB" sz="20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A749C1-A42D-099B-C654-3DB3F1E9BA34}"/>
              </a:ext>
            </a:extLst>
          </p:cNvPr>
          <p:cNvGrpSpPr/>
          <p:nvPr/>
        </p:nvGrpSpPr>
        <p:grpSpPr>
          <a:xfrm>
            <a:off x="1113645" y="5299267"/>
            <a:ext cx="2869098" cy="1229490"/>
            <a:chOff x="231912" y="4167420"/>
            <a:chExt cx="2869098" cy="15778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40539E-6D11-9F95-698E-EB66670BB375}"/>
                </a:ext>
              </a:extLst>
            </p:cNvPr>
            <p:cNvSpPr/>
            <p:nvPr/>
          </p:nvSpPr>
          <p:spPr>
            <a:xfrm>
              <a:off x="231912" y="4167420"/>
              <a:ext cx="2869098" cy="47762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Hadoop – Big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AC04FF-40E6-9BE2-5A5B-C32A81540A81}"/>
                </a:ext>
              </a:extLst>
            </p:cNvPr>
            <p:cNvSpPr/>
            <p:nvPr/>
          </p:nvSpPr>
          <p:spPr>
            <a:xfrm>
              <a:off x="231912" y="4657725"/>
              <a:ext cx="2869098" cy="10875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Analytics 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mining</a:t>
              </a:r>
              <a:endPara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F2CA50-36F9-F500-0CA4-F9FF9CAB0842}"/>
              </a:ext>
            </a:extLst>
          </p:cNvPr>
          <p:cNvCxnSpPr>
            <a:cxnSpLocks/>
            <a:stCxn id="58" idx="0"/>
            <a:endCxn id="21" idx="2"/>
          </p:cNvCxnSpPr>
          <p:nvPr/>
        </p:nvCxnSpPr>
        <p:spPr>
          <a:xfrm flipV="1">
            <a:off x="3463695" y="3706736"/>
            <a:ext cx="0" cy="29930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11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3E29A6-ECBE-AAFB-8738-D8E66C830F4B}"/>
              </a:ext>
            </a:extLst>
          </p:cNvPr>
          <p:cNvSpPr txBox="1"/>
          <p:nvPr/>
        </p:nvSpPr>
        <p:spPr>
          <a:xfrm>
            <a:off x="172095" y="804969"/>
            <a:ext cx="58382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SME enters PRA change request into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Axet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Gaia.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Gaia interprets rules and sends structured requirement to Kano.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Kano generates requirements, design, ontology updates, and tests.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 identified in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Hadoop.eXate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classifies data, enforces masking and residency controls.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Kano builds mappings and tests via the knowledge graph.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Axet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orchestrates SDLC gates (policy check → tests → promotion).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Engine produces validated COREP C.07 output.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Gaia produces the full audit‑ready explanation pack.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delivered to PRA with full traceability.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99D83-05E8-1166-A4B7-2A3634B888BC}"/>
              </a:ext>
            </a:extLst>
          </p:cNvPr>
          <p:cNvSpPr txBox="1"/>
          <p:nvPr/>
        </p:nvSpPr>
        <p:spPr>
          <a:xfrm>
            <a:off x="2393879" y="246580"/>
            <a:ext cx="3702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Reg Reporting Sample Flow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00F8445-6E17-100D-C0D6-9BF79F902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286989-B910-16E3-D5AD-483CC747D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822" y="646690"/>
            <a:ext cx="5955477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6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A255B86466DD41B2C4751DCAECCF04" ma:contentTypeVersion="11" ma:contentTypeDescription="Create a new document." ma:contentTypeScope="" ma:versionID="4c87891aa7322ec1e0870051eb1afbc3">
  <xsd:schema xmlns:xsd="http://www.w3.org/2001/XMLSchema" xmlns:xs="http://www.w3.org/2001/XMLSchema" xmlns:p="http://schemas.microsoft.com/office/2006/metadata/properties" xmlns:ns2="2caa3919-3f46-49eb-990e-1104efe356a8" xmlns:ns3="1a4165b4-fc7f-4d7a-8007-17f42f4afb25" xmlns:ns4="802a95dd-29c4-44ec-b2fd-c21e72e69761" xmlns:ns5="c332f347-e7a5-4532-9a35-6cf4a7069e74" targetNamespace="http://schemas.microsoft.com/office/2006/metadata/properties" ma:root="true" ma:fieldsID="fd790d1110c2e3bb3af2e810536d78d0" ns2:_="" ns3:_="" ns4:_="" ns5:_="">
    <xsd:import namespace="2caa3919-3f46-49eb-990e-1104efe356a8"/>
    <xsd:import namespace="1a4165b4-fc7f-4d7a-8007-17f42f4afb25"/>
    <xsd:import namespace="802a95dd-29c4-44ec-b2fd-c21e72e69761"/>
    <xsd:import namespace="c332f347-e7a5-4532-9a35-6cf4a7069e7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5:SharedWithUsers" minOccurs="0"/>
                <xsd:element ref="ns5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aa3919-3f46-49eb-990e-1104efe356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5855accf-cd10-4d20-8551-6939a56d4c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165b4-fc7f-4d7a-8007-17f42f4afb25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7f3d2bbf-fe5e-4bdb-9d90-81f845ce9d96}" ma:internalName="TaxCatchAll" ma:showField="CatchAllData" ma:web="1a4165b4-fc7f-4d7a-8007-17f42f4afb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2a95dd-29c4-44ec-b2fd-c21e72e697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32f347-e7a5-4532-9a35-6cf4a7069e7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aa3919-3f46-49eb-990e-1104efe356a8">
      <Terms xmlns="http://schemas.microsoft.com/office/infopath/2007/PartnerControls"/>
    </lcf76f155ced4ddcb4097134ff3c332f>
    <TaxCatchAll xmlns="1a4165b4-fc7f-4d7a-8007-17f42f4afb25" xsi:nil="true"/>
  </documentManagement>
</p:properties>
</file>

<file path=customXml/itemProps1.xml><?xml version="1.0" encoding="utf-8"?>
<ds:datastoreItem xmlns:ds="http://schemas.openxmlformats.org/officeDocument/2006/customXml" ds:itemID="{378FB9AA-47D0-4ABB-BC45-26127A772861}"/>
</file>

<file path=customXml/itemProps2.xml><?xml version="1.0" encoding="utf-8"?>
<ds:datastoreItem xmlns:ds="http://schemas.openxmlformats.org/officeDocument/2006/customXml" ds:itemID="{C0E256B2-E1F6-4AF9-AF00-8CF00ADB9B8D}"/>
</file>

<file path=customXml/itemProps3.xml><?xml version="1.0" encoding="utf-8"?>
<ds:datastoreItem xmlns:ds="http://schemas.openxmlformats.org/officeDocument/2006/customXml" ds:itemID="{5A2190D3-D127-445E-B0C0-DD92D2C45014}"/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404</Words>
  <Application>Microsoft Office PowerPoint</Application>
  <PresentationFormat>Widescreen</PresentationFormat>
  <Paragraphs>100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Dee</dc:creator>
  <cp:lastModifiedBy>Stuart Dee</cp:lastModifiedBy>
  <cp:revision>1</cp:revision>
  <dcterms:created xsi:type="dcterms:W3CDTF">2026-01-22T15:53:24Z</dcterms:created>
  <dcterms:modified xsi:type="dcterms:W3CDTF">2026-01-28T14:14:00Z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0x010100C8A255B86466DD41B2C4751DCAECCF04</vt:lpwstr>
  </property>
</Properties>
</file>